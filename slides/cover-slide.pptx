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112000" y="1016000"/>
            <a:ext cx="4572000" cy="4572000"/>
          </a:xfrm>
          <a:prstGeom prst="ellipse">
            <a:avLst/>
          </a:prstGeom>
          <a:solidFill>
            <a:srgbClr val="DEE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85500" y="1206500"/>
            <a:ext cx="381000" cy="381000"/>
          </a:xfrm>
          <a:prstGeom prst="ellipse">
            <a:avLst/>
          </a:prstGeom>
          <a:solidFill>
            <a:srgbClr val="1F5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112000" y="4889500"/>
            <a:ext cx="254000" cy="254000"/>
          </a:xfrm>
          <a:prstGeom prst="ellipse">
            <a:avLst/>
          </a:prstGeom>
          <a:solidFill>
            <a:srgbClr val="96B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_pulsie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0" y="1812925"/>
            <a:ext cx="3937000" cy="3041650"/>
          </a:xfrm>
          <a:prstGeom prst="rect">
            <a:avLst/>
          </a:prstGeom>
        </p:spPr>
      </p:pic>
      <p:pic>
        <p:nvPicPr>
          <p:cNvPr id="6" name="Picture 5" descr="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762000"/>
            <a:ext cx="660400" cy="660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549400" y="838200"/>
            <a:ext cx="3810000" cy="5080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b="1" sz="3000" spc="359">
                <a:solidFill>
                  <a:srgbClr val="0D2A6B"/>
                </a:solidFill>
                <a:latin typeface="Arial"/>
              </a:rPr>
              <a:t>PULSE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" y="1909064"/>
            <a:ext cx="6985000" cy="8128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r>
              <a:rPr b="1" sz="5400">
                <a:solidFill>
                  <a:srgbClr val="0D2A6B"/>
                </a:solidFill>
                <a:latin typeface="Arial"/>
              </a:rPr>
              <a:t>Track Better.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" y="2721864"/>
            <a:ext cx="6985000" cy="8128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r>
              <a:rPr b="1" sz="5400">
                <a:solidFill>
                  <a:srgbClr val="0D2A6B"/>
                </a:solidFill>
                <a:latin typeface="Arial"/>
              </a:rPr>
              <a:t>Consult Smarter.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" y="3534664"/>
            <a:ext cx="6985000" cy="8128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r>
              <a:rPr b="1" sz="5400">
                <a:solidFill>
                  <a:srgbClr val="1F57D6"/>
                </a:solidFill>
                <a:latin typeface="Arial"/>
              </a:rPr>
              <a:t>Live Healthier.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3900" y="4741672"/>
            <a:ext cx="6985000" cy="3175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r>
              <a:rPr b="0" sz="1700">
                <a:solidFill>
                  <a:srgbClr val="7884A5"/>
                </a:solidFill>
                <a:latin typeface="Arial"/>
              </a:rPr>
              <a:t>CaseBlitz 2026  ·  Case Sprint: Project Pulse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8500" y="5346700"/>
            <a:ext cx="4445000" cy="635000"/>
          </a:xfrm>
          <a:prstGeom prst="roundRect">
            <a:avLst>
              <a:gd name="adj" fmla="val 50000"/>
            </a:avLst>
          </a:prstGeom>
          <a:solidFill>
            <a:srgbClr val="DEE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98500" y="5346700"/>
            <a:ext cx="1905000" cy="635000"/>
          </a:xfrm>
          <a:prstGeom prst="roundRect">
            <a:avLst>
              <a:gd name="adj" fmla="val 50000"/>
            </a:avLst>
          </a:prstGeom>
          <a:solidFill>
            <a:srgbClr val="0D2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206500" y="5346700"/>
            <a:ext cx="1143000" cy="635000"/>
          </a:xfrm>
          <a:prstGeom prst="rect">
            <a:avLst/>
          </a:prstGeom>
          <a:solidFill>
            <a:srgbClr val="0D2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346700"/>
            <a:ext cx="1435100" cy="6350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b="1" sz="1600" spc="224">
                <a:solidFill>
                  <a:srgbClr val="FFFFFF"/>
                </a:solidFill>
                <a:latin typeface="Arial"/>
              </a:rPr>
              <a:t>TEAM 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78100" y="5346700"/>
            <a:ext cx="2476500" cy="6350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b="1" sz="2600">
                <a:solidFill>
                  <a:srgbClr val="7884A5"/>
                </a:solidFill>
                <a:latin typeface="Arial"/>
              </a:rPr>
              <a:t>ADD YOUR ID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65900"/>
            <a:ext cx="12192000" cy="292100"/>
          </a:xfrm>
          <a:prstGeom prst="rect">
            <a:avLst/>
          </a:prstGeom>
          <a:solidFill>
            <a:srgbClr val="0B3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